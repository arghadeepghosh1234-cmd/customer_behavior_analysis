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product categories — spending patterns, customer segments, and subscription behavior to guide strategic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at a Glance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21085"/>
            <a:ext cx="6946131" cy="39362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2482" y="2707680"/>
            <a:ext cx="3583989" cy="962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features include customer demographics (Age, Gender, Location, Subscription Status), purchase details (Item, Category, Amount, Season), and shopping behavior (Discount, Frequency, Review Rating, Shipping Type).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5386487"/>
            <a:ext cx="3554919" cy="953492"/>
          </a:xfrm>
          <a:prstGeom prst="roundRect">
            <a:avLst>
              <a:gd name="adj" fmla="val 6114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6628" y="5531644"/>
            <a:ext cx="326461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3,900 Rows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6628" y="5809655"/>
            <a:ext cx="3264612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Transactional records across all product categories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18289" y="5386487"/>
            <a:ext cx="3555018" cy="953492"/>
          </a:xfrm>
          <a:prstGeom prst="roundRect">
            <a:avLst>
              <a:gd name="adj" fmla="val 6114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63442" y="5531644"/>
            <a:ext cx="326471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 Columns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63442" y="5809655"/>
            <a:ext cx="3264711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Demographics, purchases, and shopping behavior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75202" y="5386487"/>
            <a:ext cx="3554919" cy="953492"/>
          </a:xfrm>
          <a:prstGeom prst="roundRect">
            <a:avLst>
              <a:gd name="adj" fmla="val 6114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20355" y="5531644"/>
            <a:ext cx="326461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37 Missing Values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20355" y="5809655"/>
            <a:ext cx="3264612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in Review Rating — imputed by category median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7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Python Data Preparation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55138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34827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Load to PostgreSQL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4827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Engineer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34827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Clean &amp; Standardize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4827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Load &amp; Explore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32351"/>
            <a:ext cx="1086874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Columns were renamed to snake_case for readability.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was dropped after confirming redundancy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The cleaned DataFrame was then loaded into PostgreSQL for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111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 Analysis: Revenue &amp; Shipping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613"/>
            <a:ext cx="6908330" cy="391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686620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Gender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2826" y="2149971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Compared total revenue generated by male vs. female customers to identify purchasing power differences.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22826" y="3192562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Shipping Type Comparison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22826" y="3655913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Compared average purchase amounts between Standard and Express shipping to assess spending behavior.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22826" y="4698504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High-Spending Discount Users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22826" y="5161855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Identified customers who used discounts but still spent above the average purchase amount.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Products &amp; Discount Patterns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712"/>
            <a:ext cx="6908330" cy="391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542455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5 Products by Rating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2826" y="2005806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Found products with the highest average review ratings to guide product positioning.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22826" y="3048397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Discount-Dependent Products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22826" y="3511748"/>
            <a:ext cx="351364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Identified the 5 products with the highest percentage of discounted purchases to evaluate discount policy impact.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22826" y="4842768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3 Products per Category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22826" y="5306120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Listed the most purchased products within each category to inform campaign priorities.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80355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Subscribers vs. Non-Subscribers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480542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Compared average spend and total revenue across subscription status, revealing meaningful differences in purchasing behavior between subscriber and non-subscriber groups.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37296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6163" y="2515791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Average Spend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6163" y="2845594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Subscribers showed higher average purchase amounts compared to non-subscribers.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28926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6163" y="3807420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Total Revenue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6163" y="4137223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contribution was compared across subscription status to assess segment value.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20555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6163" y="5099050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Repeat Buyers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16163" y="5428853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with more than 5 purchases were analyzed to determine if they are more likely to subscribe.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Segmentation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0326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Segmentation Logic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05770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were classified into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New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Returning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Loyal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segments based on purchase history and frequency.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468985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New: First-time or infrequent buyers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Returning: Repeat buyers with moderate spend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Loyal: 5+ purchases, high engagement, subscription-prone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221058" y="3903464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Repeat buyers with more than 5 purchases were specifically analyzed to confirm their higher likelihood of subscribing.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401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Age Group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71563"/>
            <a:ext cx="6913390" cy="3917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3400" y="1652984"/>
            <a:ext cx="352307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Age-Based Revenue Contribution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13400" y="2372916"/>
            <a:ext cx="3523070" cy="192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revenue was calculated for each age group by binning customer ages into segments. This analysis identifies which age demographics drive the most revenue, enabling targeted marketing toward high-revenue age groups and express-shipping users.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013400" y="4482207"/>
            <a:ext cx="3523070" cy="1504950"/>
          </a:xfrm>
          <a:prstGeom prst="roundRect">
            <a:avLst>
              <a:gd name="adj" fmla="val 4945"/>
            </a:avLst>
          </a:prstGeom>
          <a:solidFill>
            <a:srgbClr val="D2DD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601" y="4721622"/>
            <a:ext cx="221451" cy="177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89252" y="4675882"/>
            <a:ext cx="2770019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 group segmentation was created as a new feature column (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 during the Python feature engineering step.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871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26122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interactive dashboard was built in Power BI to present all key insights visually — enabling stakeholders to explore revenue, segmentation, product performance, and subscription trends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66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45283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5954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6822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benefits to convert repeat buyers into subscribers.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945283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55954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296822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move them into the "Loyal" segment.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945283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55954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2968228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sales boosts with margin control on discount-dependent products.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5350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86777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27645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 and express-shipping users.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253508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86777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27645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 top-rated and best-selling products in campaigns.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2026-09-02T00:53:40Z</dcterms:created>
  <dcterms:modified xsi:type="dcterms:W3CDTF">2026-09-02T00:53:40Z</dcterms:modified>
</cp:coreProperties>
</file>